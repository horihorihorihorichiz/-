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43032" y="-2103120"/>
            <a:ext cx="3291840" cy="329184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97312" y="-320040"/>
            <a:ext cx="1371600" cy="137160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これからの建築を、5つの視座で。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トレンド </a:t>
            </a:r>
            <a:pPr algn="l" indent="0" marL="0">
              <a:lnSpc>
                <a:spcPct val="95000"/>
              </a:lnSpc>
              <a:buNone/>
            </a:pPr>
            <a:r>
              <a:rPr lang="en-US" sz="4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2026.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14400" y="5212080"/>
            <a:ext cx="457200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5257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気候、素材、知能、そして人。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5つのキーワードで、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次の建築の輪郭をたどる。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" y="5961888"/>
            <a:ext cx="877824" cy="877824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目次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1645920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1645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この号で追いかける5つの主題。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どれも独立した流れでありながら、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静かに互いを引き寄せている。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914400"/>
            <a:ext cx="834847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91440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023360" y="91440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カーボンニュートラル建築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177272" y="91440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0" y="187452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87452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023360" y="187452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木造建築の進化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177272" y="187452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26080" y="283464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5" name="Text 13"/>
          <p:cNvSpPr/>
          <p:nvPr/>
        </p:nvSpPr>
        <p:spPr>
          <a:xfrm>
            <a:off x="2926080" y="283464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023360" y="283464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AI × BIM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177272" y="283464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926080" y="379476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2926080" y="379476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023360" y="379476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リノベーション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177272" y="379476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475488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475488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023360" y="475488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ウェルビーイング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177272" y="4754880"/>
            <a:ext cx="1097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26080" y="571500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地球にとって最大の炭素産業である。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324612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世界のCO₂排出の約37%は建築に由来する。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2050年に向けて、設計の前提そのものが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書き換えられようとしている。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5029200"/>
            <a:ext cx="1036015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120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建築部門のCO₂排出構造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運用エネルギー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70%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806440"/>
            <a:ext cx="2975412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61447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材料製造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61447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22%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64808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464808"/>
            <a:ext cx="935129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解体・廃棄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43516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51676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51676" y="5806440"/>
            <a:ext cx="340047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6126480"/>
            <a:ext cx="472287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3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Source · IEA / UNEP, 2024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5760720"/>
            <a:ext cx="1097280" cy="109728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街が、木で立ち上がる。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5698084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642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木造建築のマイルストーン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2024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2019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920240" y="1920240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CLT基準法改正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直交集成板が一般的な構造材料として基準法に位置づけ。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7180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20240" y="2971800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木材利用促進法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公共だけでなく民間建築物にも木材利用を拡大。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02336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02336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920240" y="4023360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中高層木造の増加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10階以上の木造ビルが国内で複数竣工。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507492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20240" y="5074920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木造比率目標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新築の木造比率 40% → 55% へ。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612648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1664208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2030年へ向かう、その到達点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920240"/>
            <a:ext cx="45079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18</a:t>
            </a:r>
            <a:pPr algn="l" indent="0" marL="0">
              <a:buNone/>
            </a:pPr>
            <a:r>
              <a:rPr lang="en-US" sz="3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階</a:t>
            </a:r>
            <a:endParaRPr lang="en-US" sz="9600" dirty="0"/>
          </a:p>
        </p:txBody>
      </p:sp>
      <p:sp>
        <p:nvSpPr>
          <p:cNvPr id="21" name="Shape 19"/>
          <p:cNvSpPr/>
          <p:nvPr/>
        </p:nvSpPr>
        <p:spPr>
          <a:xfrm>
            <a:off x="6766560" y="3703320"/>
            <a:ext cx="450799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3840480"/>
            <a:ext cx="4507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2025年、国内最高の木造ビル。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CLTとRC造のハイブリッドで、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木は「風合い」から「骨格」へ還った。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設計図を、もう一度考え直す。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−40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3218688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設計期間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639312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法規チェック、構造計算、ドキュメント生成。手仕事の大半が自動化される。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8" name="Text 6"/>
          <p:cNvSpPr/>
          <p:nvPr/>
        </p:nvSpPr>
        <p:spPr>
          <a:xfrm>
            <a:off x="4367784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−25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367784" y="3218688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施工コスト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7784" y="3639312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BIMデータから自動積算、工程最適化。見積の透明度が一段上がる。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821168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2" name="Text 10"/>
          <p:cNvSpPr/>
          <p:nvPr/>
        </p:nvSpPr>
        <p:spPr>
          <a:xfrm>
            <a:off x="7821168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+60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7821168" y="3218688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維持管理の精度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821168" y="3639312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IoTセンサー × AI予測により、建物は「使われながら学習する」対象に。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5760720"/>
            <a:ext cx="27432" cy="45720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71500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創造性の輪郭は変わらない。</a:t>
            </a:r>
            <a:endParaRPr lang="en-US" sz="15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ただ、そこに至る道のりが短くなる。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65992" y="-1737360"/>
            <a:ext cx="2560320" cy="256032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85332" y="914400"/>
            <a:ext cx="13716" cy="534924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49423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494233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既存を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読み直す。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494233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新築の時代から、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ストック更新の時代へ。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既存躯体の価値を読み解き、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手を入れることで街が変わる。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074920"/>
            <a:ext cx="49423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64%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6080760"/>
            <a:ext cx="49423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 リノベ市場比率の予測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42532" y="914400"/>
            <a:ext cx="47320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542532" y="1645920"/>
            <a:ext cx="47320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ケアになる。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42532" y="3337560"/>
            <a:ext cx="47320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WELL認証、CASBEE-ウェルネス、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環境IoTによる快適性の数値化。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空間は「健康を手当てする装置」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として設計される。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2532" y="5074920"/>
            <a:ext cx="47320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×3.2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542532" y="6080760"/>
            <a:ext cx="47320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健康志向オフィスの生産性指標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5943600"/>
            <a:ext cx="4023360" cy="402336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建築の未来は、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交差点にある。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914400" y="5577840"/>
            <a:ext cx="1036015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696712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建築トレンド 2026 / 2026.03.30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2026-04-23T04:23:26Z</dcterms:created>
  <dcterms:modified xsi:type="dcterms:W3CDTF">2026-04-23T04:23:26Z</dcterms:modified>
</cp:coreProperties>
</file>