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SALES MEETING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営業会議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2026年6月度　月度実績報告・進捗確認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2976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2026.06.18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アジェンダ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80160"/>
            <a:ext cx="11091672" cy="530352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280160"/>
            <a:ext cx="41148" cy="5303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8016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07008" y="128016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5月分 売上　／　営業活動進捗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11091672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1920240"/>
            <a:ext cx="41148" cy="53035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2024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07008" y="192024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店長・副店長から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11091672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560320"/>
            <a:ext cx="41148" cy="53035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256032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07008" y="256032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吉川さん（PJ関連）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11091672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00400"/>
            <a:ext cx="41148" cy="53035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320040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07008" y="320040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関さん（防災関連）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5月度 売上ランキング　（単位：円）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43000"/>
            <a:ext cx="11091672" cy="333756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順位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号数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0" y="114300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店舗名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778240" y="114300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売上金額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98480" y="114300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前期比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476756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4300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147675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日本橋イベントセンター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778240" y="147675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141,916,484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698480" y="147675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8.4%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1810512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300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28800" y="181051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大阪北イベントセンター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778240" y="181051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87,722,501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698480" y="181051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62.1%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2144268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4300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828800" y="214426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仙台イベントセンター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778240" y="214426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83,606,860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698480" y="214426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▲7.0%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2478024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4300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28800" y="247802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大阪中央イベントセンター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778240" y="247802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80,502,402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698480" y="247802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0.9%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48640" y="2811780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4300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828800" y="281178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札幌イベントセンター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778240" y="281178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53,712,021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698480" y="281178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105.4%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8640" y="3145536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1" name="Text 39"/>
          <p:cNvSpPr/>
          <p:nvPr/>
        </p:nvSpPr>
        <p:spPr>
          <a:xfrm>
            <a:off x="54864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14300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330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828800" y="314553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新宿新都心イベントセンター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778240" y="314553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40,101,320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698480" y="314553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125.0%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48640" y="3479292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54864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14300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172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828800" y="347929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神戸西イベントセンター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778240" y="347929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36,361,979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698480" y="347929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5.1%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48640" y="3813048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53" name="Text 51"/>
          <p:cNvSpPr/>
          <p:nvPr/>
        </p:nvSpPr>
        <p:spPr>
          <a:xfrm>
            <a:off x="54864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14300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204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828800" y="381304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広島イベントセンター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778240" y="381304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36,063,194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698480" y="381304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5.8%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548640" y="4146804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Text 57"/>
          <p:cNvSpPr/>
          <p:nvPr/>
        </p:nvSpPr>
        <p:spPr>
          <a:xfrm>
            <a:off x="54864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114300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107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828800" y="414680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岡山イベントセンター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8778240" y="414680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35,056,186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10698480" y="414680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149.9%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548640" y="4480560"/>
            <a:ext cx="11091672" cy="333756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5" name="Shape 63"/>
          <p:cNvSpPr/>
          <p:nvPr/>
        </p:nvSpPr>
        <p:spPr>
          <a:xfrm>
            <a:off x="548640" y="4480560"/>
            <a:ext cx="41148" cy="3337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14300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1828800" y="448056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名古屋イベントセンター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8778240" y="448056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33,447,345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698480" y="448056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126.2%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548640" y="4814316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114300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417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28800" y="481431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銀座イベントセンター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8778240" y="481431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28,293,034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10698480" y="481431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26.1%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548640" y="5148072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78" name="Text 76"/>
          <p:cNvSpPr/>
          <p:nvPr/>
        </p:nvSpPr>
        <p:spPr>
          <a:xfrm>
            <a:off x="54864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114300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85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1828800" y="514807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姫路イベントセンター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8778240" y="514807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26,936,903</a:t>
            </a:r>
            <a:endParaRPr lang="en-US" sz="1300" dirty="0"/>
          </a:p>
        </p:txBody>
      </p:sp>
      <p:sp>
        <p:nvSpPr>
          <p:cNvPr id="82" name="Text 80"/>
          <p:cNvSpPr/>
          <p:nvPr/>
        </p:nvSpPr>
        <p:spPr>
          <a:xfrm>
            <a:off x="10698480" y="514807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103.9%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48640" y="5481828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54864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114300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186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1828800" y="548182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大阪南港イベントセンター</a:t>
            </a:r>
            <a:endParaRPr lang="en-US" sz="1300" dirty="0"/>
          </a:p>
        </p:txBody>
      </p:sp>
      <p:sp>
        <p:nvSpPr>
          <p:cNvPr id="87" name="Text 85"/>
          <p:cNvSpPr/>
          <p:nvPr/>
        </p:nvSpPr>
        <p:spPr>
          <a:xfrm>
            <a:off x="8778240" y="548182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26,245,836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0698480" y="548182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88.4%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548640" y="5815584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90" name="Text 88"/>
          <p:cNvSpPr/>
          <p:nvPr/>
        </p:nvSpPr>
        <p:spPr>
          <a:xfrm>
            <a:off x="54864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114300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78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1828800" y="581558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所沢イベントセンター</a:t>
            </a:r>
            <a:endParaRPr lang="en-US" sz="1300" dirty="0"/>
          </a:p>
        </p:txBody>
      </p:sp>
      <p:sp>
        <p:nvSpPr>
          <p:cNvPr id="93" name="Text 91"/>
          <p:cNvSpPr/>
          <p:nvPr/>
        </p:nvSpPr>
        <p:spPr>
          <a:xfrm>
            <a:off x="8778240" y="581558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24,939,640</a:t>
            </a:r>
            <a:endParaRPr lang="en-US" sz="1300" dirty="0"/>
          </a:p>
        </p:txBody>
      </p:sp>
      <p:sp>
        <p:nvSpPr>
          <p:cNvPr id="94" name="Text 92"/>
          <p:cNvSpPr/>
          <p:nvPr/>
        </p:nvSpPr>
        <p:spPr>
          <a:xfrm>
            <a:off x="10698480" y="581558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▲9.2%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548640" y="6149340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Text 94"/>
          <p:cNvSpPr/>
          <p:nvPr/>
        </p:nvSpPr>
        <p:spPr>
          <a:xfrm>
            <a:off x="54864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/>
          <p:nvPr/>
        </p:nvSpPr>
        <p:spPr>
          <a:xfrm>
            <a:off x="114300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179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1828800" y="614934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東京足立イベントセンター</a:t>
            </a:r>
            <a:endParaRPr lang="en-US" sz="1300" dirty="0"/>
          </a:p>
        </p:txBody>
      </p:sp>
      <p:sp>
        <p:nvSpPr>
          <p:cNvPr id="99" name="Text 97"/>
          <p:cNvSpPr/>
          <p:nvPr/>
        </p:nvSpPr>
        <p:spPr>
          <a:xfrm>
            <a:off x="8778240" y="614934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24,777,113</a:t>
            </a:r>
            <a:endParaRPr lang="en-US" sz="1300" dirty="0"/>
          </a:p>
        </p:txBody>
      </p:sp>
      <p:sp>
        <p:nvSpPr>
          <p:cNvPr id="100" name="Text 98"/>
          <p:cNvSpPr/>
          <p:nvPr/>
        </p:nvSpPr>
        <p:spPr>
          <a:xfrm>
            <a:off x="10698480" y="614934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8.4%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売上トピック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43000"/>
            <a:ext cx="11091672" cy="420624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25880" y="114300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顧客名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251960" y="114300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市場機会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178040" y="1143000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主要商品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89720" y="1143000"/>
            <a:ext cx="2450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563624"/>
            <a:ext cx="1109167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64208"/>
            <a:ext cx="502920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664208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新規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1563624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BMI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51960" y="1563624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ラオスフェス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78040" y="1563624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テント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89720" y="1563624"/>
            <a:ext cx="2450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4,000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984248"/>
            <a:ext cx="11091672" cy="42062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" y="2084832"/>
            <a:ext cx="502920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2084832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新規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25880" y="1984248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ヤマチコーポレーション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251960" y="1984248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防災展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78040" y="1984248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テント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9720" y="1984248"/>
            <a:ext cx="2450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4,000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2404872"/>
            <a:ext cx="1109167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85800" y="2505456"/>
            <a:ext cx="50292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2505456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既存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325880" y="2404872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イーキューブ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251960" y="2404872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アイドル感謝祭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178040" y="2404872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EZパネル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89720" y="2404872"/>
            <a:ext cx="2450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3,500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48640" y="2825496"/>
            <a:ext cx="11091672" cy="42062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2" name="Shape 30"/>
          <p:cNvSpPr/>
          <p:nvPr/>
        </p:nvSpPr>
        <p:spPr>
          <a:xfrm>
            <a:off x="685800" y="2926080"/>
            <a:ext cx="50292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2926080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既存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325880" y="2825496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名古屋市名東区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251960" y="2825496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区民祭り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178040" y="2825496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テント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189720" y="2825496"/>
            <a:ext cx="2450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3,300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48640" y="3246120"/>
            <a:ext cx="1109167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685800" y="3346704"/>
            <a:ext cx="502920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0" name="Text 38"/>
          <p:cNvSpPr/>
          <p:nvPr/>
        </p:nvSpPr>
        <p:spPr>
          <a:xfrm>
            <a:off x="685800" y="334670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新規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325880" y="324612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イーキューブ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251960" y="324612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アイドル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178040" y="3246120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EZパネル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189720" y="3246120"/>
            <a:ext cx="2450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1,400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区民祭り 受注管理（10区）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区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645920" y="11430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本番日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651760" y="11430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入札・見積期限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31920" y="11430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契約金額（税抜）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0" y="11430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状況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508760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508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名東区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150876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5/10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15087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3月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931920" y="1508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3,300,000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06740" y="1581912"/>
            <a:ext cx="594360" cy="21945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6" name="Text 14"/>
          <p:cNvSpPr/>
          <p:nvPr/>
        </p:nvSpPr>
        <p:spPr>
          <a:xfrm>
            <a:off x="8206740" y="158191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確定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1874520"/>
            <a:ext cx="11091672" cy="3657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18745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中村区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645920" y="187452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10/31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51760" y="187452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5月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931920" y="18745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5,500,000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206740" y="1947672"/>
            <a:ext cx="594360" cy="21945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8206740" y="194767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確定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2240280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22402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瑞穂区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45920" y="22402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11/7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651760" y="22402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931920" y="2240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4,000,000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206740" y="231343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0" name="Text 28"/>
          <p:cNvSpPr/>
          <p:nvPr/>
        </p:nvSpPr>
        <p:spPr>
          <a:xfrm>
            <a:off x="8206740" y="231343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2606040"/>
            <a:ext cx="11091672" cy="3657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26060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東区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645920" y="260604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11/8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651760" y="2606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931920" y="26060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4,930,000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206740" y="267919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7" name="Text 35"/>
          <p:cNvSpPr/>
          <p:nvPr/>
        </p:nvSpPr>
        <p:spPr>
          <a:xfrm>
            <a:off x="8206740" y="267919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48640" y="2971800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548640" y="297180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昭和区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645920" y="29718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11/15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651760" y="29718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7月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931920" y="2971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4,300,000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8206740" y="304495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4" name="Text 42"/>
          <p:cNvSpPr/>
          <p:nvPr/>
        </p:nvSpPr>
        <p:spPr>
          <a:xfrm>
            <a:off x="8206740" y="304495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48640" y="3337560"/>
            <a:ext cx="11091672" cy="3657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6" name="Text 44"/>
          <p:cNvSpPr/>
          <p:nvPr/>
        </p:nvSpPr>
        <p:spPr>
          <a:xfrm>
            <a:off x="548640" y="33375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千種区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1645920" y="333756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12/5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2651760" y="33375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7月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3931920" y="33375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3,700,000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8206740" y="341071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1" name="Text 49"/>
          <p:cNvSpPr/>
          <p:nvPr/>
        </p:nvSpPr>
        <p:spPr>
          <a:xfrm>
            <a:off x="8206740" y="341071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48640" y="3703320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548640" y="37033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天白区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1645920" y="370332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12/5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2651760" y="370332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7月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3931920" y="37033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5,200,000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8206740" y="377647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8" name="Text 56"/>
          <p:cNvSpPr/>
          <p:nvPr/>
        </p:nvSpPr>
        <p:spPr>
          <a:xfrm>
            <a:off x="8206740" y="377647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48640" y="4069080"/>
            <a:ext cx="11091672" cy="3657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60" name="Text 58"/>
          <p:cNvSpPr/>
          <p:nvPr/>
        </p:nvSpPr>
        <p:spPr>
          <a:xfrm>
            <a:off x="548640" y="40690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守山区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1645920" y="40690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12/6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2651760" y="40690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7月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3931920" y="40690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4,000,000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8206740" y="414223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65" name="Text 63"/>
          <p:cNvSpPr/>
          <p:nvPr/>
        </p:nvSpPr>
        <p:spPr>
          <a:xfrm>
            <a:off x="8206740" y="414223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548640" y="4434840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/>
          <p:nvPr/>
        </p:nvSpPr>
        <p:spPr>
          <a:xfrm>
            <a:off x="548640" y="44348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南区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1645920" y="443484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2/21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2651760" y="44348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10月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3931920" y="44348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2,200,000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8206740" y="450799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2" name="Text 70"/>
          <p:cNvSpPr/>
          <p:nvPr/>
        </p:nvSpPr>
        <p:spPr>
          <a:xfrm>
            <a:off x="8206740" y="450799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48640" y="4800600"/>
            <a:ext cx="11091672" cy="3657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74" name="Text 72"/>
          <p:cNvSpPr/>
          <p:nvPr/>
        </p:nvSpPr>
        <p:spPr>
          <a:xfrm>
            <a:off x="548640" y="480060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中川区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1645920" y="48006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2/28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2651760" y="48006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8月頃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3931920" y="48006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未定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06740" y="4873752"/>
            <a:ext cx="59436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9" name="Text 77"/>
          <p:cNvSpPr/>
          <p:nvPr/>
        </p:nvSpPr>
        <p:spPr>
          <a:xfrm>
            <a:off x="8206740" y="4873752"/>
            <a:ext cx="594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2026-06-17T07:40:45Z</dcterms:created>
  <dcterms:modified xsi:type="dcterms:W3CDTF">2026-06-17T07:40:45Z</dcterms:modified>
</cp:coreProperties>
</file>