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2026年6月度　月度実績報告・進捗確認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2026.06.18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53035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41148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5月分 売上　／　営業活動進捗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2024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202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7008" y="192024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56032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5603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7008" y="256032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2004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320040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141,916,484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87,722,501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62.1%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83,606,860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▲7.0%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80,502,402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0.9%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53,712,021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105.4%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40,101,320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125.0%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神戸西イベントセンター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36,361,979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5.1%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36,063,194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5.8%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35,056,186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149.9%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480560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33,447,345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126.2%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28,293,034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26.1%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26,936,903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103.9%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26,245,836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88.4%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24,939,640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▲9.2%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179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東京足立イベントセンター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24,777,113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8.4%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売上トピック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420624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777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25880" y="114300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顧客名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51960" y="114300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市場機会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78040" y="114300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主要商品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89720" y="1143000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563624"/>
            <a:ext cx="1109167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1664208"/>
            <a:ext cx="502920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642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156362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BMI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51960" y="156362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ラオスフェス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78040" y="156362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テント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89720" y="1563624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984248"/>
            <a:ext cx="11091672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2084832"/>
            <a:ext cx="502920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084832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25880" y="198424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ヤマチコーポレーション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51960" y="198424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防災展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78040" y="1984248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テント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9720" y="1984248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4,000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2404872"/>
            <a:ext cx="1109167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2505456"/>
            <a:ext cx="50292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2505456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25880" y="240487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イーキューブ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51960" y="240487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アイドル感謝祭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78040" y="2404872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EZパネル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89720" y="2404872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3,500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2825496"/>
            <a:ext cx="11091672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2926080"/>
            <a:ext cx="502920" cy="21945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292608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25880" y="282549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名古屋市名東区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251960" y="282549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区民祭り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178040" y="282549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テント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89720" y="2825496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3,300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3246120"/>
            <a:ext cx="11091672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685800" y="3346704"/>
            <a:ext cx="502920" cy="2194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33467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325880" y="32461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イーキューブ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24612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アイドル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178040" y="3246120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EZパネル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189720" y="3246120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1,400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原価引き当てのお願い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91672" cy="5943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34440"/>
            <a:ext cx="107259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案件ごとの原価引き当てに、以下の項目も必ず入力してください。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408676" cy="14630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221992"/>
            <a:ext cx="41148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219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2194560"/>
            <a:ext cx="44942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搬入車両費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504291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商品項目「③入件費・車輌費・諸経費」で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搬入車両費を登録する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1636" y="2057400"/>
            <a:ext cx="5408676" cy="14630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6414516" y="2221992"/>
            <a:ext cx="41148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6414516" y="22219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63156" y="2194560"/>
            <a:ext cx="44942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人件費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14516" y="2651760"/>
            <a:ext cx="504291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商品項目「③入件費・車輌費・諸経費」で</a:t>
            </a:r>
            <a:endParaRPr lang="en-US" sz="13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人件費を登録する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1672" cy="54864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4904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売上だけでなく、車両費・人件費の引き当ても毎回必ず行ってください。正確な原価把握につながります。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2026-06-17T08:19:05Z</dcterms:created>
  <dcterms:modified xsi:type="dcterms:W3CDTF">2026-06-17T08:19:05Z</dcterms:modified>
</cp:coreProperties>
</file>