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4905756" y="1920240"/>
            <a:ext cx="2377440" cy="40233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4905756" y="192024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SALES MEETING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営業会議</a:t>
            </a:r>
            <a:endParaRPr lang="en-US" sz="62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2026年5月度　月度売上ランキング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429768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2026.05.27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アジェンダ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280160"/>
            <a:ext cx="11091672" cy="530352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280160"/>
            <a:ext cx="41148" cy="5303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8016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07008" y="1280160"/>
            <a:ext cx="103418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4月分 売上　／　営業活動進捗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11091672" cy="53035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1920240"/>
            <a:ext cx="41148" cy="530352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2024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07008" y="1920240"/>
            <a:ext cx="103418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店長・副店長から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11091672" cy="53035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560320"/>
            <a:ext cx="41148" cy="530352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256032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07008" y="2560320"/>
            <a:ext cx="103418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吉川さん（PJ関連）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3200400"/>
            <a:ext cx="11091672" cy="53035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200400"/>
            <a:ext cx="41148" cy="530352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320040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07008" y="3200400"/>
            <a:ext cx="103418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関さん（防災関連）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11091672" cy="53035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3840480"/>
            <a:ext cx="41148" cy="530352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" y="384048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⑤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07008" y="3840480"/>
            <a:ext cx="103418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業務アイデアコンテスト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4月度 売上ランキング　（単位：円）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143000"/>
            <a:ext cx="11091672" cy="333756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順位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" y="114300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号数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28800" y="114300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店舗名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778240" y="114300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売上金額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698480" y="114300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前期比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476756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47675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43000" y="147675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225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147675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日本橋イベントセンター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778240" y="147675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158,811,604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698480" y="147675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18.3%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1810512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181051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43000" y="181051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28800" y="181051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大阪北イベントセンター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778240" y="181051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54,676,382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698480" y="181051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▲25.9%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2144268"/>
            <a:ext cx="11091672" cy="333756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2144268"/>
            <a:ext cx="41148" cy="3337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214426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43000" y="214426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828800" y="214426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名古屋イベントセンター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778240" y="214426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54,377,853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698480" y="214426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29.5%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2478024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247802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43000" y="247802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398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828800" y="247802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大阪中央イベントセンター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778240" y="247802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48,768,831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698480" y="247802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▲45.3%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2811780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" y="281178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143000" y="281178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330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828800" y="281178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新宿新都心イベントセンター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778240" y="281178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42,173,962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0698480" y="281178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89.1%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14553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143000" y="314553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78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828800" y="314553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所沢イベントセンター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778240" y="314553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36,427,140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10698480" y="314553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30.6%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48640" y="3479292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548640" y="347929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143000" y="347929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417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828800" y="347929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銀座イベントセンター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778240" y="347929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35,492,992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10698480" y="347929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79.1%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48640" y="3813048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381304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143000" y="381304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150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1828800" y="381304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仙台イベントセンター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8778240" y="381304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34,904,540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10698480" y="381304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13.3%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48640" y="4146804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548640" y="414680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1143000" y="414680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176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1828800" y="414680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静岡三島イベントセンター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8778240" y="414680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31,379,720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0698480" y="414680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26.4%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548640" y="4480560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448056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143000" y="448056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107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1828800" y="448056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岡山イベントセンター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8778240" y="448056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28,224,605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10698480" y="448056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▲6.4%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548640" y="4814316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70"/>
          <p:cNvSpPr/>
          <p:nvPr/>
        </p:nvSpPr>
        <p:spPr>
          <a:xfrm>
            <a:off x="548640" y="481431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1143000" y="481431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85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828800" y="481431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姫路イベントセンター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8778240" y="481431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27,404,979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10698480" y="481431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▲9.0%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548640" y="5148072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78" name="Text 76"/>
          <p:cNvSpPr/>
          <p:nvPr/>
        </p:nvSpPr>
        <p:spPr>
          <a:xfrm>
            <a:off x="548640" y="514807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/>
          <p:nvPr/>
        </p:nvSpPr>
        <p:spPr>
          <a:xfrm>
            <a:off x="1143000" y="514807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145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1828800" y="514807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札幌イベントセンター</a:t>
            </a:r>
            <a:endParaRPr lang="en-US" sz="1300" dirty="0"/>
          </a:p>
        </p:txBody>
      </p:sp>
      <p:sp>
        <p:nvSpPr>
          <p:cNvPr id="81" name="Text 79"/>
          <p:cNvSpPr/>
          <p:nvPr/>
        </p:nvSpPr>
        <p:spPr>
          <a:xfrm>
            <a:off x="8778240" y="514807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24,245,240</a:t>
            </a:r>
            <a:endParaRPr lang="en-US" sz="1300" dirty="0"/>
          </a:p>
        </p:txBody>
      </p:sp>
      <p:sp>
        <p:nvSpPr>
          <p:cNvPr id="82" name="Text 80"/>
          <p:cNvSpPr/>
          <p:nvPr/>
        </p:nvSpPr>
        <p:spPr>
          <a:xfrm>
            <a:off x="10698480" y="514807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▲20.2%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48640" y="5481828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4" name="Text 82"/>
          <p:cNvSpPr/>
          <p:nvPr/>
        </p:nvSpPr>
        <p:spPr>
          <a:xfrm>
            <a:off x="548640" y="548182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/>
          <p:nvPr/>
        </p:nvSpPr>
        <p:spPr>
          <a:xfrm>
            <a:off x="1143000" y="548182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186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1828800" y="548182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大阪南港イベントセンター</a:t>
            </a:r>
            <a:endParaRPr lang="en-US" sz="1300" dirty="0"/>
          </a:p>
        </p:txBody>
      </p:sp>
      <p:sp>
        <p:nvSpPr>
          <p:cNvPr id="87" name="Text 85"/>
          <p:cNvSpPr/>
          <p:nvPr/>
        </p:nvSpPr>
        <p:spPr>
          <a:xfrm>
            <a:off x="8778240" y="548182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18,428,718</a:t>
            </a:r>
            <a:endParaRPr lang="en-US" sz="1300" dirty="0"/>
          </a:p>
        </p:txBody>
      </p:sp>
      <p:sp>
        <p:nvSpPr>
          <p:cNvPr id="88" name="Text 86"/>
          <p:cNvSpPr/>
          <p:nvPr/>
        </p:nvSpPr>
        <p:spPr>
          <a:xfrm>
            <a:off x="10698480" y="548182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▲36.3%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548640" y="5815584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90" name="Text 88"/>
          <p:cNvSpPr/>
          <p:nvPr/>
        </p:nvSpPr>
        <p:spPr>
          <a:xfrm>
            <a:off x="548640" y="581558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/>
          <p:nvPr/>
        </p:nvSpPr>
        <p:spPr>
          <a:xfrm>
            <a:off x="1143000" y="581558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204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1828800" y="581558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広島イベントセンター</a:t>
            </a:r>
            <a:endParaRPr lang="en-US" sz="1300" dirty="0"/>
          </a:p>
        </p:txBody>
      </p:sp>
      <p:sp>
        <p:nvSpPr>
          <p:cNvPr id="93" name="Text 91"/>
          <p:cNvSpPr/>
          <p:nvPr/>
        </p:nvSpPr>
        <p:spPr>
          <a:xfrm>
            <a:off x="8778240" y="581558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16,097,450</a:t>
            </a:r>
            <a:endParaRPr lang="en-US" sz="1300" dirty="0"/>
          </a:p>
        </p:txBody>
      </p:sp>
      <p:sp>
        <p:nvSpPr>
          <p:cNvPr id="94" name="Text 92"/>
          <p:cNvSpPr/>
          <p:nvPr/>
        </p:nvSpPr>
        <p:spPr>
          <a:xfrm>
            <a:off x="10698480" y="581558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▲20.7%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548640" y="6149340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6" name="Text 94"/>
          <p:cNvSpPr/>
          <p:nvPr/>
        </p:nvSpPr>
        <p:spPr>
          <a:xfrm>
            <a:off x="548640" y="614934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/>
          <p:nvPr/>
        </p:nvSpPr>
        <p:spPr>
          <a:xfrm>
            <a:off x="1143000" y="614934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380</a:t>
            </a:r>
            <a:endParaRPr lang="en-US" sz="1100" dirty="0"/>
          </a:p>
        </p:txBody>
      </p:sp>
      <p:sp>
        <p:nvSpPr>
          <p:cNvPr id="98" name="Text 96"/>
          <p:cNvSpPr/>
          <p:nvPr/>
        </p:nvSpPr>
        <p:spPr>
          <a:xfrm>
            <a:off x="1828800" y="614934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南風原ステーション</a:t>
            </a:r>
            <a:endParaRPr lang="en-US" sz="1300" dirty="0"/>
          </a:p>
        </p:txBody>
      </p:sp>
      <p:sp>
        <p:nvSpPr>
          <p:cNvPr id="99" name="Text 97"/>
          <p:cNvSpPr/>
          <p:nvPr/>
        </p:nvSpPr>
        <p:spPr>
          <a:xfrm>
            <a:off x="8778240" y="614934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16,019,460</a:t>
            </a:r>
            <a:endParaRPr lang="en-US" sz="1300" dirty="0"/>
          </a:p>
        </p:txBody>
      </p:sp>
      <p:sp>
        <p:nvSpPr>
          <p:cNvPr id="100" name="Text 98"/>
          <p:cNvSpPr/>
          <p:nvPr/>
        </p:nvSpPr>
        <p:spPr>
          <a:xfrm>
            <a:off x="10698480" y="614934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370.0%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62956" y="2377440"/>
            <a:ext cx="1463040" cy="347472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3" name="Text 1"/>
          <p:cNvSpPr/>
          <p:nvPr/>
        </p:nvSpPr>
        <p:spPr>
          <a:xfrm>
            <a:off x="5362956" y="237744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 売上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880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営業活動進捗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内容を準備中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2026-05-27T04:50:45Z</dcterms:created>
  <dcterms:modified xsi:type="dcterms:W3CDTF">2026-05-27T04:50:45Z</dcterms:modified>
</cp:coreProperties>
</file>