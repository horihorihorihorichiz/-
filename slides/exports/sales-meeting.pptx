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2026年7月度　月度実績報告・進捗確認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2026.07.27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91672" cy="48463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34440"/>
            <a:ext cx="41148" cy="4846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34440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07008" y="1234440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6月分 売上　／　営業活動進捗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11091672" cy="48463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810512"/>
            <a:ext cx="41148" cy="4846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810512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7008" y="1810512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 進捗報告（堀川）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386584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86584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386584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7008" y="2386584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2962656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962656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62656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7008" y="2962656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538728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538728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538728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7008" y="3538728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151,287,256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88,835,405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▲37.0%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67,228,754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77.3%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60,123,397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90.1%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44,274,702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41,433,503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33,183,978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▲22.9%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31,324,486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▲30.0%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28,222,920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22.5%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27,695,826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15.9%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25,044,900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24,728,890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▲50.9%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322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横浜町田イベントセンター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24,199,441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54.6%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仙台ステーション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20,238,380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2,011.8%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目黒ステーション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19,160,198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12.9%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売上トピックス　（単位：千円）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8229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5029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ハマーステージ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62763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YONFES2026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1280160"/>
            <a:ext cx="32278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7,000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11091672" cy="822960"/>
          </a:xfrm>
          <a:prstGeom prst="rect">
            <a:avLst/>
          </a:prstGeom>
          <a:solidFill>
            <a:srgbClr val="FEF9C3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50292" cy="8229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3591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中部電力パワーグリッド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6151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寛政変電所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58775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⚠ 台風により当日キャンセル → 7月 再実施予定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2267712"/>
            <a:ext cx="32278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2,170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48640" y="3255264"/>
            <a:ext cx="11091672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255264"/>
            <a:ext cx="50292" cy="82296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48386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福祉・介護の就職総合フェア2026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3255264"/>
            <a:ext cx="32278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47556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1,600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 受注管理（10区）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45920" y="11430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本番日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入札・見積期限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143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契約金額（税抜）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0" y="1143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状況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508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名東区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15087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5/10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087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3192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3,300,000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187452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18745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18745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10/31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18745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31920" y="1874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5,500,000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24028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240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瑞穂区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45920" y="22402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51760" y="22402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319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0" name="Text 28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260604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606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45920" y="26060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51760" y="2606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319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4,930,000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297180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29718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昭和区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645920" y="29718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11/15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65176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931920" y="2971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4,300,000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333756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3337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千種区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645920" y="33375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65176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931920" y="3337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3,700,000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1" name="Text 49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703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天白区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645920" y="37033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265176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3931920" y="3703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5,200,000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8" name="Text 56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406908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0690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守山区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645920" y="4069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12/6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651760" y="40690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93192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5" name="Text 63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48640" y="443484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548640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南区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645920" y="44348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2/21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265176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10月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39319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2,200,000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2" name="Text 70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4" name="Text 72"/>
          <p:cNvSpPr/>
          <p:nvPr/>
        </p:nvSpPr>
        <p:spPr>
          <a:xfrm>
            <a:off x="548640" y="48006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中川区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645920" y="48006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2/28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2651760" y="48006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8月頃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3931920" y="4800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未定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9" name="Text 77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原価引き当てのお願い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91672" cy="5943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34440"/>
            <a:ext cx="10725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案件ごとの原価引き当てに、以下の項目も必ず入力してください。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408676" cy="1463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221992"/>
            <a:ext cx="41148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219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194560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搬入車両費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504291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商品項目「③入件費・車輌費・諸経費」で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搬入車両費を登録する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1636" y="2057400"/>
            <a:ext cx="5408676" cy="1463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6414516" y="2221992"/>
            <a:ext cx="41148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6414516" y="22219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63156" y="2194560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人件費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14516" y="2651760"/>
            <a:ext cx="504291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商品項目「③入件費・車輌費・諸経費」で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人件費を登録する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1672" cy="5486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4904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売上だけでなく、車両費・人件費の引き当ても毎回必ず行ってください。正確な原価把握につながります。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2026-07-27T07:45:53Z</dcterms:created>
  <dcterms:modified xsi:type="dcterms:W3CDTF">2026-07-27T07:45:53Z</dcterms:modified>
</cp:coreProperties>
</file>