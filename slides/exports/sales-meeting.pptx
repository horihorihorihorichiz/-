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905756" y="1920240"/>
            <a:ext cx="2377440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905756" y="192024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SALES MEETING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営業会議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2026年5月度　月度売上ランキング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2026.05.27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アジェンダ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1091672" cy="53035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41148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801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280160"/>
            <a:ext cx="10341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4月分 売上　／　営業活動進捗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920240"/>
            <a:ext cx="41148" cy="530352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9202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7008" y="1920240"/>
            <a:ext cx="10341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店長・副店長から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11091672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560320"/>
            <a:ext cx="41148" cy="530352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56032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07008" y="2560320"/>
            <a:ext cx="10341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吉川さん（PJ関連）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1091672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00400"/>
            <a:ext cx="41148" cy="530352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20040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④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7008" y="3200400"/>
            <a:ext cx="10341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関さん（防災関連）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1091672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40480"/>
            <a:ext cx="41148" cy="530352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84048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⑤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07008" y="3840480"/>
            <a:ext cx="10341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業務アイデアコンテスト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4月度 売上ランキング　（単位：円）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11091672" cy="333756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順位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号数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143000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店舗名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1143000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売上金額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98480" y="1143000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前期比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476756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76756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476756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1476756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日本橋イベントセンター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0" y="1476756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158,811,604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0" y="1476756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18.3%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1810512"/>
            <a:ext cx="11091672" cy="3337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810512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1810512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1810512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大阪北イベントセンター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0" y="1810512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54,676,382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98480" y="1810512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▲25.9%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144268"/>
            <a:ext cx="11091672" cy="33375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2144268"/>
            <a:ext cx="41148" cy="3337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144268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2144268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2144268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名古屋イベントセンター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0" y="2144268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54,377,853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698480" y="2144268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29.5%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2478024"/>
            <a:ext cx="11091672" cy="3337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478024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2478024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398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28800" y="2478024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大阪中央イベントセンター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78240" y="2478024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48,768,831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698480" y="2478024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▲45.3%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2811780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281178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3000" y="281178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330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28800" y="2811780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新宿新都心イベントセンター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78240" y="2811780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42,173,962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698480" y="2811780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89.1%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3145536"/>
            <a:ext cx="11091672" cy="3337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145536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43000" y="3145536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828800" y="3145536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所沢イベントセンター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778240" y="3145536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36,427,140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698480" y="3145536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30.6%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48640" y="3479292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3479292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43000" y="3479292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417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828800" y="3479292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銀座イベントセンター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778240" y="3479292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35,492,992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698480" y="3479292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79.1%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3813048"/>
            <a:ext cx="11091672" cy="3337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3813048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143000" y="3813048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828800" y="3813048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仙台イベントセンター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778240" y="3813048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34,904,540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0698480" y="3813048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13.3%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48640" y="4146804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146804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143000" y="4146804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176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828800" y="4146804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静岡三島イベントセンター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778240" y="4146804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31,379,720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0698480" y="4146804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26.4%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48640" y="4480560"/>
            <a:ext cx="11091672" cy="3337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6" name="Text 64"/>
          <p:cNvSpPr/>
          <p:nvPr/>
        </p:nvSpPr>
        <p:spPr>
          <a:xfrm>
            <a:off x="548640" y="448056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143000" y="448056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107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828800" y="4480560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岡山イベントセンター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778240" y="4480560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28,224,605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10698480" y="4480560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▲6.4%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48640" y="4814316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814316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143000" y="4814316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85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28800" y="4814316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姫路イベントセンター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8778240" y="4814316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27,404,979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10698480" y="4814316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▲9.0%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548640" y="5148072"/>
            <a:ext cx="11091672" cy="3337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8" name="Text 76"/>
          <p:cNvSpPr/>
          <p:nvPr/>
        </p:nvSpPr>
        <p:spPr>
          <a:xfrm>
            <a:off x="548640" y="5148072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143000" y="5148072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145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828800" y="5148072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札幌イベントセンター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8778240" y="5148072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24,245,240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10698480" y="5148072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▲20.2%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548640" y="5481828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548640" y="5481828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143000" y="5481828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186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1828800" y="5481828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大阪南港イベントセンター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8778240" y="5481828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18,428,718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10698480" y="5481828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▲36.3%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548640" y="5815584"/>
            <a:ext cx="11091672" cy="3337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0" name="Text 88"/>
          <p:cNvSpPr/>
          <p:nvPr/>
        </p:nvSpPr>
        <p:spPr>
          <a:xfrm>
            <a:off x="548640" y="5815584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1143000" y="5815584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204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828800" y="5815584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広島イベントセンター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778240" y="5815584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16,097,450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10698480" y="5815584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▲20.7%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548640" y="6149340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Text 94"/>
          <p:cNvSpPr/>
          <p:nvPr/>
        </p:nvSpPr>
        <p:spPr>
          <a:xfrm>
            <a:off x="548640" y="614934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143000" y="614934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380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1828800" y="6149340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南風原ステーション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8778240" y="6149340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16,019,460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10698480" y="6149340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370.0%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売上トピック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1091672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41148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34440"/>
            <a:ext cx="665500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東急エージェンシー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03643" y="1234440"/>
            <a:ext cx="42148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19,148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1091672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01368"/>
            <a:ext cx="41148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01368"/>
            <a:ext cx="665500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サンデーフォーク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03643" y="1801368"/>
            <a:ext cx="42148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17,808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2368296"/>
            <a:ext cx="11091672" cy="47548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368296"/>
            <a:ext cx="41148" cy="475488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368296"/>
            <a:ext cx="665500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スターリーナイト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03643" y="2368296"/>
            <a:ext cx="42148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2,708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2935224"/>
            <a:ext cx="11091672" cy="47548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935224"/>
            <a:ext cx="41148" cy="475488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935224"/>
            <a:ext cx="665500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ハマステージ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03643" y="2935224"/>
            <a:ext cx="42148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2,658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502152"/>
            <a:ext cx="11091672" cy="47548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502152"/>
            <a:ext cx="41148" cy="475488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502152"/>
            <a:ext cx="665500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アークス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03643" y="3502152"/>
            <a:ext cx="42148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1,988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11091672" cy="47548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069080"/>
            <a:ext cx="41148" cy="475488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069080"/>
            <a:ext cx="665500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イーキューブ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03643" y="4069080"/>
            <a:ext cx="42148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1,608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区民祭り 受注管理（10区）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11430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本番日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143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入札・見積期限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契約金額（税抜）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1143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状況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08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名東区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15087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5/10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1508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3,300,000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06740" y="1581912"/>
            <a:ext cx="594360" cy="21945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06740" y="158191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確定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1874520"/>
            <a:ext cx="11091672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874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中村区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18745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10/31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1874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1874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5,500,000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06740" y="1947672"/>
            <a:ext cx="594360" cy="21945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206740" y="194767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確定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240280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240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瑞穂区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45920" y="2240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11/7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2240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4,000,000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06740" y="231343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8206740" y="231343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2606040"/>
            <a:ext cx="11091672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東区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45920" y="26060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11/8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51760" y="2606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31920" y="2606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4,930,000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06740" y="267919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8206740" y="267919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2971800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2971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昭和区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64592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11/15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651760" y="2971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7月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93192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4,300,000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206740" y="304495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8206740" y="304495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3337560"/>
            <a:ext cx="11091672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千種区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645920" y="33375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12/5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65176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7月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93192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3,700,000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206740" y="341071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1" name="Text 49"/>
          <p:cNvSpPr/>
          <p:nvPr/>
        </p:nvSpPr>
        <p:spPr>
          <a:xfrm>
            <a:off x="8206740" y="341071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3703320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3703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天白区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64592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12/5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651760" y="3703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7月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93192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5,200,000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206740" y="377647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8" name="Text 56"/>
          <p:cNvSpPr/>
          <p:nvPr/>
        </p:nvSpPr>
        <p:spPr>
          <a:xfrm>
            <a:off x="8206740" y="377647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4069080"/>
            <a:ext cx="11091672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069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守山区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645920" y="4069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12/6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651760" y="4069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7月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93192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4,000,000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8206740" y="414223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5" name="Text 63"/>
          <p:cNvSpPr/>
          <p:nvPr/>
        </p:nvSpPr>
        <p:spPr>
          <a:xfrm>
            <a:off x="8206740" y="414223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48640" y="4434840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548640" y="4434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南区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645920" y="4434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2/21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2651760" y="4434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10月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393192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2,200,000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206740" y="450799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Text 70"/>
          <p:cNvSpPr/>
          <p:nvPr/>
        </p:nvSpPr>
        <p:spPr>
          <a:xfrm>
            <a:off x="8206740" y="450799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48640" y="4800600"/>
            <a:ext cx="11091672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4" name="Text 72"/>
          <p:cNvSpPr/>
          <p:nvPr/>
        </p:nvSpPr>
        <p:spPr>
          <a:xfrm>
            <a:off x="548640" y="4800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中川区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645920" y="4800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2/28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2651760" y="4800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8月頃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3931920" y="4800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未定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8206740" y="487375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Text 77"/>
          <p:cNvSpPr/>
          <p:nvPr/>
        </p:nvSpPr>
        <p:spPr>
          <a:xfrm>
            <a:off x="8206740" y="487375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2026-05-27T06:19:57Z</dcterms:created>
  <dcterms:modified xsi:type="dcterms:W3CDTF">2026-05-27T06:19:57Z</dcterms:modified>
</cp:coreProperties>
</file>