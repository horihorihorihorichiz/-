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2026年5月度　月度売上ランキング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2026.05.27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158,811,604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18.3%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54,676,382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▲25.9%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144268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54,377,853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29.5%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48,768,831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▲45.3%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42,173,962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89.1%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36,427,140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30.6%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35,492,992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79.1%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34,904,540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13.3%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31,379,720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26.4%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28,224,605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▲6.4%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27,404,979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24,245,240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▲20.2%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18,428,718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▲36.3%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16,097,450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▲20.7%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南風原ステーション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16,019,460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370.0%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2026-05-27T04:21:24Z</dcterms:created>
  <dcterms:modified xsi:type="dcterms:W3CDTF">2026-05-27T04:21:24Z</dcterms:modified>
</cp:coreProperties>
</file>