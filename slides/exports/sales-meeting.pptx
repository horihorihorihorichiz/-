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2026年3月度　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2026.04.24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3月度 売上サマリー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¥48.5M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12.3% 前月比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¥45M（達成率 107.8%）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2064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Text 8"/>
          <p:cNvSpPr/>
          <p:nvPr/>
        </p:nvSpPr>
        <p:spPr>
          <a:xfrm>
            <a:off x="4504944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新規受注件数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04944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23件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04944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5件 前月比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04944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20件（達成率 115%）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5488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8278368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受注単価（平均）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8368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¥2.1M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278368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▼ 3.2% 前月比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8368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¥2.17M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1672" cy="566928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5166360"/>
            <a:ext cx="11091672" cy="137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66360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売上・件数ともに月間目標を達成。単価は小型案件の増加により微減。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売上内訳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カテゴリ別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737360"/>
            <a:ext cx="2195246" cy="43891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965960" y="1737360"/>
            <a:ext cx="205808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¥26.7M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14016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受託開発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2414016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2414016"/>
            <a:ext cx="1197407" cy="43891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2414016"/>
            <a:ext cx="10602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¥14.6M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090672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コンサル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28800" y="3090672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28800" y="3090672"/>
            <a:ext cx="598703" cy="43891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1965960" y="3090672"/>
            <a:ext cx="46154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¥7.2M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チーム別実績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7356" y="15361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0" name="Shape 18"/>
          <p:cNvSpPr/>
          <p:nvPr/>
        </p:nvSpPr>
        <p:spPr>
          <a:xfrm>
            <a:off x="6277356" y="17373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6551676" y="19019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第1営業部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51676" y="23591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田中チーム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51676" y="18470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¥22.1M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551676" y="24231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112%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77356" y="31089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6" name="Text 24"/>
          <p:cNvSpPr/>
          <p:nvPr/>
        </p:nvSpPr>
        <p:spPr>
          <a:xfrm>
            <a:off x="6551676" y="32735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第2営業部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51676" y="37307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鈴木チーム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51676" y="32186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¥16.2M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551676" y="37947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105%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77356" y="44805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1" name="Text 29"/>
          <p:cNvSpPr/>
          <p:nvPr/>
        </p:nvSpPr>
        <p:spPr>
          <a:xfrm>
            <a:off x="6551676" y="46451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51676" y="51023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佐藤チーム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51676" y="45902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¥10.2M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551676" y="51663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92%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営業進捗 — パイプライン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1234440"/>
            <a:ext cx="9354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142件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+18件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03120" y="2029968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Shape 8"/>
          <p:cNvSpPr/>
          <p:nvPr/>
        </p:nvSpPr>
        <p:spPr>
          <a:xfrm>
            <a:off x="2103120" y="2029968"/>
            <a:ext cx="7152894" cy="594360"/>
          </a:xfrm>
          <a:prstGeom prst="rect">
            <a:avLst/>
          </a:prstGeom>
          <a:solidFill>
            <a:srgbClr val="BFDBFE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029968"/>
            <a:ext cx="697001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68件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¥156M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2825496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提案済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03120" y="2825496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03120" y="2825496"/>
            <a:ext cx="4768596" cy="594360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2825496"/>
            <a:ext cx="45857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¥82M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3621024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103120" y="3621024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03120" y="3621024"/>
            <a:ext cx="2861158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2286000" y="3621024"/>
            <a:ext cx="267827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¥38M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47.9%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リード→商談 転換率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45864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33.8%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4245864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商談→受注 成約率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43088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42日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943088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平均リードタイム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アクションプラン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重点施策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01952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645920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最終交渉中の12件を月内クロージング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各チームリーダー / 期限: 4/25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35224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91840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46120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990088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新規リード獲得キャンペーン実施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マーケ連携 / 期限: 4/15開始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793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636008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90288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334256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第3営業部の底上げ施策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佐藤 / 週次1on1で進捗管理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目標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77356" y="1645920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6551676" y="1645920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売上目標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51676" y="1645920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¥52M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77356" y="2633472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6551676" y="2633472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1676" y="2633472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25件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77356" y="3621024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6551676" y="3621024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成約率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51676" y="3621024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35%↑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6277356" y="4700016"/>
            <a:ext cx="5362956" cy="658368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77356" y="4700016"/>
            <a:ext cx="5362956" cy="137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6460236" y="4700016"/>
            <a:ext cx="50886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Q1累計  ¥138.2M　（通期目標進捗 69.1%）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141,916,484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87,722,501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62.1%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83,606,860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▲7.0%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80,502,402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0.9%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53,712,021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105.4%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40,101,320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神戸西イベントセンター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36,361,979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5.1%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36,063,194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5.8%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35,056,186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149.9%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33,447,345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126.2%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28,293,034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26.1%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26,936,903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103.9%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26,245,836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88.4%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24,939,640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▲9.2%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24,777,113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2026-05-27T03:47:49Z</dcterms:created>
  <dcterms:modified xsi:type="dcterms:W3CDTF">2026-05-27T03:47:49Z</dcterms:modified>
</cp:coreProperties>
</file>