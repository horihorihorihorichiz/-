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2026年5月度　月度売上ランキング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2026.05.27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41148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4月分 売上　／　営業活動進捗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2024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202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7008" y="192024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56032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5603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256032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2004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320040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4048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8404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7008" y="384048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業務アイデアコンテスト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158,811,604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18.3%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54,676,382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▲25.9%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144268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54,377,853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29.5%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48,768,831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▲45.3%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42,173,962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89.1%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36,427,140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30.6%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35,492,992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79.1%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34,904,540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13.3%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31,379,720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26.4%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28,224,605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▲6.4%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27,404,979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24,245,240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▲20.2%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18,428,718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▲36.3%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16,097,450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▲20.7%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南風原ステーション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16,019,460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370.0%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 受注管理（10区）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45920" y="11430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本番日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入札・見積期限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143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契約金額（税抜）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0" y="1143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状況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508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名東区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15087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5/10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087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3192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3,300,000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187452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18745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18745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10/31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18745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31920" y="1874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5,500,000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24028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240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瑞穂区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45920" y="22402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51760" y="22402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319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0" name="Text 28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260604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606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45920" y="26060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51760" y="2606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319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4,930,000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297180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29718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昭和区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645920" y="29718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11/15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65176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931920" y="2971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4,300,000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333756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3337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千種区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645920" y="33375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65176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931920" y="3337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3,700,000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1" name="Text 49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703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天白区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645920" y="37033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265176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3931920" y="3703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5,200,000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8" name="Text 56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406908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0690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守山区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645920" y="4069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12/6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651760" y="40690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93192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5" name="Text 63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48640" y="443484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548640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南区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645920" y="44348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2/21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265176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10月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39319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2,200,000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2" name="Text 70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4" name="Text 72"/>
          <p:cNvSpPr/>
          <p:nvPr/>
        </p:nvSpPr>
        <p:spPr>
          <a:xfrm>
            <a:off x="548640" y="48006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中川区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645920" y="48006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2/28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2651760" y="48006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8月頃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3931920" y="4800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未定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9" name="Text 77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2026-05-27T05:34:04Z</dcterms:created>
  <dcterms:modified xsi:type="dcterms:W3CDTF">2026-05-27T05:34:04Z</dcterms:modified>
</cp:coreProperties>
</file>