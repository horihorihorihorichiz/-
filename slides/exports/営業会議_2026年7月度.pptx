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905756" y="1920240"/>
            <a:ext cx="2377440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905756" y="192024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SALES MEETING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営業会議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2026年7月度　月度実績報告・進捗確認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2026.07.27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アジェンダ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1091672" cy="4846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41148" cy="4846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34440"/>
            <a:ext cx="502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07008" y="1234440"/>
            <a:ext cx="103418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6月分 売上　／　営業活動進捗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11091672" cy="4846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10512"/>
            <a:ext cx="41148" cy="4846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810512"/>
            <a:ext cx="502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7008" y="1810512"/>
            <a:ext cx="103418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区民祭り 進捗報告（堀川）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386584"/>
            <a:ext cx="11091672" cy="4846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386584"/>
            <a:ext cx="41148" cy="484632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386584"/>
            <a:ext cx="502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7008" y="2386584"/>
            <a:ext cx="103418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店長・副店長から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11091672" cy="4846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962656"/>
            <a:ext cx="41148" cy="484632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62656"/>
            <a:ext cx="502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④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07008" y="2962656"/>
            <a:ext cx="103418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吉川さん（PJ関連）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538728"/>
            <a:ext cx="11091672" cy="4846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538728"/>
            <a:ext cx="41148" cy="484632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538728"/>
            <a:ext cx="502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07008" y="3538728"/>
            <a:ext cx="103418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関さん（防災関連）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6月度 売上ランキング　（単位：円）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11091672" cy="333756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順位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号数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143000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店舗名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0" y="1143000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売上金額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98480" y="1143000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前期比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476756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76756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476756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1476756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日本橋イベントセンター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0" y="1476756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151,287,256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0" y="1476756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26.8%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1810512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810512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1810512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1810512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大阪北イベントセンター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0" y="1810512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88,835,405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0" y="1810512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▲37.0%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144268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144268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2144268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330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2144268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新宿新都心イベントセンター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0" y="2144268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67,228,754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698480" y="2144268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77.3%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2478024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478024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2478024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417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28800" y="2478024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銀座イベントセンター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78240" y="2478024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60,123,397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698480" y="2478024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90.1%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2811780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281178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" y="281178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28800" y="2811780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所沢イベントセンター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78240" y="2811780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44,274,702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698480" y="2811780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▲9.4%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3145536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145536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43000" y="3145536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828800" y="3145536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札幌イベントセンター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778240" y="3145536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41,433,503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698480" y="3145536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▲25.0%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" y="3479292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3479292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43000" y="3479292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186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828800" y="3479292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大阪南港イベントセンター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778240" y="3479292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33,183,978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698480" y="3479292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▲22.9%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48640" y="3813048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3813048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43000" y="3813048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179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828800" y="3813048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東京足立イベントセンター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778240" y="3813048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31,324,486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698480" y="3813048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▲30.0%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48640" y="4146804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4146804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143000" y="4146804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176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828800" y="4146804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静岡三島イベントセンター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778240" y="4146804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28,222,920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0698480" y="4146804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22.5%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48640" y="4480560"/>
            <a:ext cx="11091672" cy="33375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5" name="Shape 63"/>
          <p:cNvSpPr/>
          <p:nvPr/>
        </p:nvSpPr>
        <p:spPr>
          <a:xfrm>
            <a:off x="548640" y="4480560"/>
            <a:ext cx="41148" cy="3337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6" name="Text 64"/>
          <p:cNvSpPr/>
          <p:nvPr/>
        </p:nvSpPr>
        <p:spPr>
          <a:xfrm>
            <a:off x="548640" y="448056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143000" y="448056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828800" y="4480560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名古屋イベントセンター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778240" y="4480560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27,695,826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10698480" y="4480560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15.9%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48640" y="4814316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814316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143000" y="4814316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150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28800" y="4814316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仙台イベントセンター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8778240" y="4814316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25,044,900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10698480" y="4814316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▲36.0%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48640" y="5148072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8" name="Text 76"/>
          <p:cNvSpPr/>
          <p:nvPr/>
        </p:nvSpPr>
        <p:spPr>
          <a:xfrm>
            <a:off x="548640" y="5148072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143000" y="5148072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398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828800" y="5148072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大阪中央イベントセンター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8778240" y="5148072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24,728,890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10698480" y="5148072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▲50.9%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548640" y="5481828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548640" y="5481828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143000" y="5481828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322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1828800" y="5481828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横浜町田イベントセンター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8778240" y="5481828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24,199,441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10698480" y="5481828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54.6%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548640" y="5815584"/>
            <a:ext cx="11091672" cy="3337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0" name="Text 88"/>
          <p:cNvSpPr/>
          <p:nvPr/>
        </p:nvSpPr>
        <p:spPr>
          <a:xfrm>
            <a:off x="548640" y="5815584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1143000" y="5815584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828800" y="5815584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仙台ステーション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778240" y="5815584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20,238,380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10698480" y="5815584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2,011.8%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548640" y="6149340"/>
            <a:ext cx="11091672" cy="333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548640" y="614934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143000" y="6149340"/>
            <a:ext cx="594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44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1828800" y="6149340"/>
            <a:ext cx="70408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目黒ステーション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8778240" y="6149340"/>
            <a:ext cx="19202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19,160,198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10698480" y="6149340"/>
            <a:ext cx="94183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12.9%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売上トピックス　（単位：千円）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1091672" cy="6583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50292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ハマーステージ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YONFES2026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21040" y="1280160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7,000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2048256"/>
            <a:ext cx="11091672" cy="658368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048256"/>
            <a:ext cx="50292" cy="6583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396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中部電力パワーグリッド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395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寛政変電所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36829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⚠ 台風により当日キャンセル → 7月 再実施予定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2048256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2,170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48640" y="2816352"/>
            <a:ext cx="11091672" cy="65836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816352"/>
            <a:ext cx="50292" cy="6583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44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福祉・介護の就職総合フェア2026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816352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47556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1,600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48640" y="3584448"/>
            <a:ext cx="11091672" cy="658368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584448"/>
            <a:ext cx="5029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75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築地イベントセンター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931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ロボットテクノロジージャパン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3584448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3,060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548640" y="4352544"/>
            <a:ext cx="11091672" cy="65836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352544"/>
            <a:ext cx="50292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443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新宿新都心イベントセンター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47000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MSS（MUFG STARTUP SUMMIT）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21040" y="4352544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1,857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区民祭り 受注管理（10区）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11430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本番日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143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入札・見積期限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契約金額（税抜）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1143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状況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08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名東区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15087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5/10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508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3,300,000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06740" y="1581912"/>
            <a:ext cx="594360" cy="21945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06740" y="158191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1874520"/>
            <a:ext cx="11091672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874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中村区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18745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10/31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1874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1874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5,500,000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06740" y="1947672"/>
            <a:ext cx="594360" cy="21945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206740" y="194767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240280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240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瑞穂区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45920" y="2240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11/7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2240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4,000,000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06740" y="231343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8206740" y="231343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2606040"/>
            <a:ext cx="11091672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東区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45920" y="26060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11/8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51760" y="2606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3192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4,930,000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06740" y="267919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8206740" y="267919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2971800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2971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昭和区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64592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11/15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651760" y="2971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7月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93192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4,300,000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206740" y="304495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8206740" y="304495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3337560"/>
            <a:ext cx="11091672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千種区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645920" y="33375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12/5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65176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7月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93192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3,700,000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206740" y="341071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1" name="Text 49"/>
          <p:cNvSpPr/>
          <p:nvPr/>
        </p:nvSpPr>
        <p:spPr>
          <a:xfrm>
            <a:off x="8206740" y="341071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3703320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3703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天白区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645920" y="3703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12/5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651760" y="3703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7月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93192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5,200,000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206740" y="377647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8" name="Text 56"/>
          <p:cNvSpPr/>
          <p:nvPr/>
        </p:nvSpPr>
        <p:spPr>
          <a:xfrm>
            <a:off x="8206740" y="377647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4069080"/>
            <a:ext cx="11091672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069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守山区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645920" y="4069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12/6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651760" y="4069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7月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93192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4,000,000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8206740" y="414223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5" name="Text 63"/>
          <p:cNvSpPr/>
          <p:nvPr/>
        </p:nvSpPr>
        <p:spPr>
          <a:xfrm>
            <a:off x="8206740" y="414223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548640" y="4434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南区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645920" y="4434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2/21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2651760" y="4434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10月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393192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2,200,000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206740" y="450799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70"/>
          <p:cNvSpPr/>
          <p:nvPr/>
        </p:nvSpPr>
        <p:spPr>
          <a:xfrm>
            <a:off x="8206740" y="450799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48640" y="4800600"/>
            <a:ext cx="11091672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4" name="Text 72"/>
          <p:cNvSpPr/>
          <p:nvPr/>
        </p:nvSpPr>
        <p:spPr>
          <a:xfrm>
            <a:off x="548640" y="4800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中川区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645920" y="4800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2/28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651760" y="4800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8月頃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3931920" y="4800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未定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8206740" y="4873752"/>
            <a:ext cx="594360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Text 77"/>
          <p:cNvSpPr/>
          <p:nvPr/>
        </p:nvSpPr>
        <p:spPr>
          <a:xfrm>
            <a:off x="8206740" y="487375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原価引き当てのお願い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1091672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案件ごとの原価引き当てに、以下の項目も必ず入力してください。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08676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221992"/>
            <a:ext cx="41148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219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194560"/>
            <a:ext cx="44942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搬入車両費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50429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商品項目「③入件費・車輌費・諸経費」で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搬入車両費を登録する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1636" y="2057400"/>
            <a:ext cx="5408676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4516" y="2221992"/>
            <a:ext cx="41148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14516" y="22219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63156" y="2194560"/>
            <a:ext cx="44942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人件費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14516" y="2651760"/>
            <a:ext cx="50429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商品項目「③入件費・車輌費・諸経費」で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人件費を登録する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91672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490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売上だけでなく、車両費・人件費の引き当ても毎回必ず行ってください。正確な原価把握につながります。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2026-07-27T09:29:31Z</dcterms:created>
  <dcterms:modified xsi:type="dcterms:W3CDTF">2026-07-27T09:29:31Z</dcterms:modified>
</cp:coreProperties>
</file>