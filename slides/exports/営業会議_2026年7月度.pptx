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4905756" y="1920240"/>
            <a:ext cx="2377440" cy="40233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/>
          <p:nvPr/>
        </p:nvSpPr>
        <p:spPr>
          <a:xfrm>
            <a:off x="4905756" y="192024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SALES MEETING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251460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営業会議</a:t>
            </a:r>
            <a:endParaRPr lang="en-US" sz="62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2026年7月度　月度実績報告・進捗確認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429768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2026.07.27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アジェンダ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234440"/>
            <a:ext cx="11091672" cy="484632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234440"/>
            <a:ext cx="41148" cy="4846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234440"/>
            <a:ext cx="50292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207008" y="1234440"/>
            <a:ext cx="10341864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6月分 売上　／　営業活動進捗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1810512"/>
            <a:ext cx="11091672" cy="484632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1810512"/>
            <a:ext cx="41148" cy="4846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810512"/>
            <a:ext cx="50292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207008" y="1810512"/>
            <a:ext cx="10341864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区民祭り 進捗報告（堀川）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2386584"/>
            <a:ext cx="11091672" cy="48463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386584"/>
            <a:ext cx="41148" cy="484632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2386584"/>
            <a:ext cx="50292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207008" y="2386584"/>
            <a:ext cx="10341864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店長・副店長から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2962656"/>
            <a:ext cx="11091672" cy="48463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2962656"/>
            <a:ext cx="41148" cy="484632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62656"/>
            <a:ext cx="50292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④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207008" y="2962656"/>
            <a:ext cx="10341864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吉川さん（PJ関連）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3538728"/>
            <a:ext cx="11091672" cy="48463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3538728"/>
            <a:ext cx="41148" cy="484632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22" name="Text 20"/>
          <p:cNvSpPr/>
          <p:nvPr/>
        </p:nvSpPr>
        <p:spPr>
          <a:xfrm>
            <a:off x="658368" y="3538728"/>
            <a:ext cx="50292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207008" y="3538728"/>
            <a:ext cx="10341864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関さん（防災関連）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6月度 売上ランキング　（単位：円）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143000"/>
            <a:ext cx="11091672" cy="333756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順位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" y="114300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号数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28800" y="114300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店舗名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778240" y="114300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売上金額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698480" y="114300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前期比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1476756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147675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43000" y="147675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225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28800" y="1476756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日本橋イベントセンター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778240" y="1476756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151,287,256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698480" y="1476756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26.8%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1810512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181051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43000" y="181051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305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28800" y="1810512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大阪北イベントセンター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778240" y="1810512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88,835,405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698480" y="1810512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▲37.0%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2144268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214426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43000" y="214426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330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828800" y="2144268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新宿新都心イベントセンター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778240" y="2144268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67,228,754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698480" y="2144268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77.3%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2478024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247802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43000" y="247802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417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828800" y="2478024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銀座イベントセンター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778240" y="2478024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60,123,397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698480" y="2478024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90.1%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48640" y="2811780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548640" y="281178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143000" y="281178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78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828800" y="281178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所沢イベントセンター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778240" y="281178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44,274,702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0698480" y="281178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▲9.4%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48640" y="3145536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41" name="Text 39"/>
          <p:cNvSpPr/>
          <p:nvPr/>
        </p:nvSpPr>
        <p:spPr>
          <a:xfrm>
            <a:off x="548640" y="314553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1143000" y="314553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145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828800" y="3145536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札幌イベントセンター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778240" y="3145536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41,433,503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698480" y="3145536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▲25.0%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48640" y="3479292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548640" y="347929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143000" y="347929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186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828800" y="3479292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大阪南港イベントセンター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8778240" y="3479292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33,183,978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698480" y="3479292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▲22.9%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548640" y="3813048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53" name="Text 51"/>
          <p:cNvSpPr/>
          <p:nvPr/>
        </p:nvSpPr>
        <p:spPr>
          <a:xfrm>
            <a:off x="548640" y="381304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1143000" y="381304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179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1828800" y="3813048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東京足立イベントセンター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8778240" y="3813048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31,324,486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0698480" y="3813048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▲30.0%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548640" y="4146804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9" name="Text 57"/>
          <p:cNvSpPr/>
          <p:nvPr/>
        </p:nvSpPr>
        <p:spPr>
          <a:xfrm>
            <a:off x="548640" y="414680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9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1143000" y="414680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176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1828800" y="4146804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静岡三島イベントセンター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8778240" y="4146804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28,222,920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10698480" y="4146804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22.5%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548640" y="4480560"/>
            <a:ext cx="11091672" cy="333756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65" name="Shape 63"/>
          <p:cNvSpPr/>
          <p:nvPr/>
        </p:nvSpPr>
        <p:spPr>
          <a:xfrm>
            <a:off x="548640" y="4480560"/>
            <a:ext cx="41148" cy="33375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448056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143000" y="448056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1828800" y="448056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名古屋イベントセンター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8778240" y="448056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27,695,826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10698480" y="448056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15.9%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548640" y="4814316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Text 70"/>
          <p:cNvSpPr/>
          <p:nvPr/>
        </p:nvSpPr>
        <p:spPr>
          <a:xfrm>
            <a:off x="548640" y="481431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1143000" y="481431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150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1828800" y="4814316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仙台イベントセンター</a:t>
            </a:r>
            <a:endParaRPr lang="en-US" sz="1300" dirty="0"/>
          </a:p>
        </p:txBody>
      </p:sp>
      <p:sp>
        <p:nvSpPr>
          <p:cNvPr id="75" name="Text 73"/>
          <p:cNvSpPr/>
          <p:nvPr/>
        </p:nvSpPr>
        <p:spPr>
          <a:xfrm>
            <a:off x="8778240" y="4814316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25,044,900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10698480" y="4814316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▲36.0%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548640" y="5148072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78" name="Text 76"/>
          <p:cNvSpPr/>
          <p:nvPr/>
        </p:nvSpPr>
        <p:spPr>
          <a:xfrm>
            <a:off x="548640" y="514807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/>
          <p:nvPr/>
        </p:nvSpPr>
        <p:spPr>
          <a:xfrm>
            <a:off x="1143000" y="514807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398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1828800" y="5148072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大阪中央イベントセンター</a:t>
            </a:r>
            <a:endParaRPr lang="en-US" sz="1300" dirty="0"/>
          </a:p>
        </p:txBody>
      </p:sp>
      <p:sp>
        <p:nvSpPr>
          <p:cNvPr id="81" name="Text 79"/>
          <p:cNvSpPr/>
          <p:nvPr/>
        </p:nvSpPr>
        <p:spPr>
          <a:xfrm>
            <a:off x="8778240" y="5148072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24,728,890</a:t>
            </a:r>
            <a:endParaRPr lang="en-US" sz="1300" dirty="0"/>
          </a:p>
        </p:txBody>
      </p:sp>
      <p:sp>
        <p:nvSpPr>
          <p:cNvPr id="82" name="Text 80"/>
          <p:cNvSpPr/>
          <p:nvPr/>
        </p:nvSpPr>
        <p:spPr>
          <a:xfrm>
            <a:off x="10698480" y="5148072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▲50.9%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548640" y="5481828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4" name="Text 82"/>
          <p:cNvSpPr/>
          <p:nvPr/>
        </p:nvSpPr>
        <p:spPr>
          <a:xfrm>
            <a:off x="548640" y="548182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/>
          <p:nvPr/>
        </p:nvSpPr>
        <p:spPr>
          <a:xfrm>
            <a:off x="1143000" y="548182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322</a:t>
            </a:r>
            <a:endParaRPr lang="en-US" sz="1100" dirty="0"/>
          </a:p>
        </p:txBody>
      </p:sp>
      <p:sp>
        <p:nvSpPr>
          <p:cNvPr id="86" name="Text 84"/>
          <p:cNvSpPr/>
          <p:nvPr/>
        </p:nvSpPr>
        <p:spPr>
          <a:xfrm>
            <a:off x="1828800" y="5481828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横浜町田イベントセンター</a:t>
            </a:r>
            <a:endParaRPr lang="en-US" sz="1300" dirty="0"/>
          </a:p>
        </p:txBody>
      </p:sp>
      <p:sp>
        <p:nvSpPr>
          <p:cNvPr id="87" name="Text 85"/>
          <p:cNvSpPr/>
          <p:nvPr/>
        </p:nvSpPr>
        <p:spPr>
          <a:xfrm>
            <a:off x="8778240" y="5481828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24,199,441</a:t>
            </a:r>
            <a:endParaRPr lang="en-US" sz="1300" dirty="0"/>
          </a:p>
        </p:txBody>
      </p:sp>
      <p:sp>
        <p:nvSpPr>
          <p:cNvPr id="88" name="Text 86"/>
          <p:cNvSpPr/>
          <p:nvPr/>
        </p:nvSpPr>
        <p:spPr>
          <a:xfrm>
            <a:off x="10698480" y="5481828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54.6%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548640" y="5815584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90" name="Text 88"/>
          <p:cNvSpPr/>
          <p:nvPr/>
        </p:nvSpPr>
        <p:spPr>
          <a:xfrm>
            <a:off x="548640" y="581558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/>
          <p:nvPr/>
        </p:nvSpPr>
        <p:spPr>
          <a:xfrm>
            <a:off x="1143000" y="581558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45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1828800" y="5815584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仙台ステーション</a:t>
            </a:r>
            <a:endParaRPr lang="en-US" sz="1300" dirty="0"/>
          </a:p>
        </p:txBody>
      </p:sp>
      <p:sp>
        <p:nvSpPr>
          <p:cNvPr id="93" name="Text 91"/>
          <p:cNvSpPr/>
          <p:nvPr/>
        </p:nvSpPr>
        <p:spPr>
          <a:xfrm>
            <a:off x="8778240" y="5815584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20,238,380</a:t>
            </a:r>
            <a:endParaRPr lang="en-US" sz="1300" dirty="0"/>
          </a:p>
        </p:txBody>
      </p:sp>
      <p:sp>
        <p:nvSpPr>
          <p:cNvPr id="94" name="Text 92"/>
          <p:cNvSpPr/>
          <p:nvPr/>
        </p:nvSpPr>
        <p:spPr>
          <a:xfrm>
            <a:off x="10698480" y="5815584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2,011.8%</a:t>
            </a:r>
            <a:endParaRPr lang="en-US" sz="1300" dirty="0"/>
          </a:p>
        </p:txBody>
      </p:sp>
      <p:sp>
        <p:nvSpPr>
          <p:cNvPr id="95" name="Shape 93"/>
          <p:cNvSpPr/>
          <p:nvPr/>
        </p:nvSpPr>
        <p:spPr>
          <a:xfrm>
            <a:off x="548640" y="6149340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6" name="Text 94"/>
          <p:cNvSpPr/>
          <p:nvPr/>
        </p:nvSpPr>
        <p:spPr>
          <a:xfrm>
            <a:off x="548640" y="614934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/>
          <p:nvPr/>
        </p:nvSpPr>
        <p:spPr>
          <a:xfrm>
            <a:off x="1143000" y="614934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44</a:t>
            </a:r>
            <a:endParaRPr lang="en-US" sz="1100" dirty="0"/>
          </a:p>
        </p:txBody>
      </p:sp>
      <p:sp>
        <p:nvSpPr>
          <p:cNvPr id="98" name="Text 96"/>
          <p:cNvSpPr/>
          <p:nvPr/>
        </p:nvSpPr>
        <p:spPr>
          <a:xfrm>
            <a:off x="1828800" y="614934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目黒ステーション</a:t>
            </a:r>
            <a:endParaRPr lang="en-US" sz="1300" dirty="0"/>
          </a:p>
        </p:txBody>
      </p:sp>
      <p:sp>
        <p:nvSpPr>
          <p:cNvPr id="99" name="Text 97"/>
          <p:cNvSpPr/>
          <p:nvPr/>
        </p:nvSpPr>
        <p:spPr>
          <a:xfrm>
            <a:off x="8778240" y="614934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19,160,198</a:t>
            </a:r>
            <a:endParaRPr lang="en-US" sz="1300" dirty="0"/>
          </a:p>
        </p:txBody>
      </p:sp>
      <p:sp>
        <p:nvSpPr>
          <p:cNvPr id="100" name="Text 98"/>
          <p:cNvSpPr/>
          <p:nvPr/>
        </p:nvSpPr>
        <p:spPr>
          <a:xfrm>
            <a:off x="10698480" y="614934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12.9%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売上トピックス　（単位：千円）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280160"/>
            <a:ext cx="11091672" cy="658368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280160"/>
            <a:ext cx="50292" cy="65836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ハマーステージ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1627632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YONFES2026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321040" y="1280160"/>
            <a:ext cx="322783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7,000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548640" y="2048256"/>
            <a:ext cx="11091672" cy="658368"/>
          </a:xfrm>
          <a:prstGeom prst="rect">
            <a:avLst/>
          </a:prstGeom>
          <a:solidFill>
            <a:srgbClr val="FEF9C3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048256"/>
            <a:ext cx="50292" cy="658368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139696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中部電力パワーグリッド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239572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寛政変電所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83280" y="2368296"/>
            <a:ext cx="4846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⚠ 台風により当日キャンセル → 7月 再実施予定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2048256"/>
            <a:ext cx="322783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4530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2,170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548640" y="2816352"/>
            <a:ext cx="11091672" cy="65836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2816352"/>
            <a:ext cx="50292" cy="658368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044952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福祉・介護の就職総合フェア2026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21040" y="2816352"/>
            <a:ext cx="322783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47556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1,600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548640" y="3584448"/>
            <a:ext cx="11091672" cy="658368"/>
          </a:xfrm>
          <a:prstGeom prst="rect">
            <a:avLst/>
          </a:prstGeom>
          <a:solidFill>
            <a:srgbClr val="ECFEFF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3584448"/>
            <a:ext cx="50292" cy="65836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7588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築地イベントセンター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5800" y="393192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ロボットテクノロジージャパン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321040" y="3584448"/>
            <a:ext cx="322783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891B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3,060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548640" y="4352544"/>
            <a:ext cx="11091672" cy="65836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25" name="Shape 23"/>
          <p:cNvSpPr/>
          <p:nvPr/>
        </p:nvSpPr>
        <p:spPr>
          <a:xfrm>
            <a:off x="548640" y="4352544"/>
            <a:ext cx="50292" cy="65836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444398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新宿新都心イベントセンター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85800" y="4700016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MSS（MUFG STARTUP SUMMIT）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321040" y="4352544"/>
            <a:ext cx="322783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1,857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2026-07-27T09:39:34Z</dcterms:created>
  <dcterms:modified xsi:type="dcterms:W3CDTF">2026-07-27T09:39:34Z</dcterms:modified>
</cp:coreProperties>
</file>