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-/slides/assets/cooling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冷房設備レンタル商品のご提案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808476" y="2834640"/>
            <a:ext cx="45720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2026年6月26日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名古屋市防災危機管理局　御中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65676" y="4846320"/>
            <a:ext cx="3657600" cy="3657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ダスキン　名古屋イベントセンター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堀川</a:t>
            </a:r>
            <a:endParaRPr lang="en-US" sz="1300" dirty="0"/>
          </a:p>
        </p:txBody>
      </p:sp>
      <p:pic>
        <p:nvPicPr>
          <p:cNvPr id="12" name="Image 1" descr="/home/user/-/slides/assets/cooling/image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6172200"/>
            <a:ext cx="14630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暑熱対策商品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77256" cy="5303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77256" cy="5303520"/>
          </a:xfrm>
          <a:prstGeom prst="rect">
            <a:avLst>
              <a:gd name="adj" fmla="val 1379"/>
            </a:avLst>
          </a:prstGeom>
          <a:ln w="9525">
            <a:solidFill>
              <a:srgbClr val="E0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77256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5477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ミストファン</a:t>
            </a:r>
            <a:endParaRPr lang="en-US" sz="1600" dirty="0"/>
          </a:p>
        </p:txBody>
      </p:sp>
      <p:pic>
        <p:nvPicPr>
          <p:cNvPr id="9" name="Image 0" descr="/home/user/-/slides/assets/cooling/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89988" y="1554480"/>
            <a:ext cx="201168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611880"/>
            <a:ext cx="5111496" cy="274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30752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サイズ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86908" y="3730752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D650×W530×H1700mm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86784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86908" y="3986784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45kg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242816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消費電力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86908" y="4242816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350W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498848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電源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86908" y="4498848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単相100V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4754880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タンク容量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86908" y="4754880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5102352"/>
            <a:ext cx="5111496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5102352"/>
            <a:ext cx="23001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レンタル 1泊2日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40253" y="5102352"/>
            <a:ext cx="271988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¥18,000（税別）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1520" y="5541264"/>
            <a:ext cx="2300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 1日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940253" y="5541264"/>
            <a:ext cx="2719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¥3,600（税別）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5879592"/>
            <a:ext cx="51114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ミストと風で体感温度を約3～5℃低下。車輪付きで移動・設置が容易。タンク給水のほか、ホース直結も可能。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254496" y="1005840"/>
            <a:ext cx="5477256" cy="5303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6254496" y="1005840"/>
            <a:ext cx="5477256" cy="5303520"/>
          </a:xfrm>
          <a:prstGeom prst="rect">
            <a:avLst>
              <a:gd name="adj" fmla="val 1379"/>
            </a:avLst>
          </a:prstGeom>
          <a:ln w="9525">
            <a:solidFill>
              <a:srgbClr val="E0E4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1005840"/>
            <a:ext cx="5477256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0" name="Text 27"/>
          <p:cNvSpPr/>
          <p:nvPr/>
        </p:nvSpPr>
        <p:spPr>
          <a:xfrm>
            <a:off x="6254496" y="1005840"/>
            <a:ext cx="5477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気化式冷風機 フレリア07</a:t>
            </a:r>
            <a:endParaRPr lang="en-US" sz="1600" dirty="0"/>
          </a:p>
        </p:txBody>
      </p:sp>
      <p:pic>
        <p:nvPicPr>
          <p:cNvPr id="31" name="Image 1" descr="/home/user/-/slides/assets/cooling/image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07324" y="1554480"/>
            <a:ext cx="1371600" cy="201168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437376" y="3611880"/>
            <a:ext cx="5111496" cy="274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29"/>
          <p:cNvSpPr/>
          <p:nvPr/>
        </p:nvSpPr>
        <p:spPr>
          <a:xfrm>
            <a:off x="6437376" y="3730752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サイズ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584204" y="3730752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W800×D480×H1380mm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437376" y="3986784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質量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8584204" y="3986784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38kg（満水時88kg）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437376" y="4242816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消費電力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584204" y="4242816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380W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37376" y="4498848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電源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584204" y="4498848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単相100V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437376" y="4754880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タンク容量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8584204" y="4754880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57L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437376" y="5102352"/>
            <a:ext cx="5111496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4" name="Text 40"/>
          <p:cNvSpPr/>
          <p:nvPr/>
        </p:nvSpPr>
        <p:spPr>
          <a:xfrm>
            <a:off x="6528816" y="5102352"/>
            <a:ext cx="23001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レンタル 1泊2日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8737549" y="5102352"/>
            <a:ext cx="271988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¥15,400（税別）</a:t>
            </a:r>
            <a:endParaRPr lang="en-US" sz="1800" dirty="0"/>
          </a:p>
        </p:txBody>
      </p:sp>
      <p:sp>
        <p:nvSpPr>
          <p:cNvPr id="46" name="Text 42"/>
          <p:cNvSpPr/>
          <p:nvPr/>
        </p:nvSpPr>
        <p:spPr>
          <a:xfrm>
            <a:off x="6528816" y="5541264"/>
            <a:ext cx="2300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 1日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8737549" y="5541264"/>
            <a:ext cx="2719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¥3,080（税別）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437376" y="5879592"/>
            <a:ext cx="51114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水の気化熱を利用した冷風機。排熱が出ないため屋内外問わず使用可能。広範囲を冷却。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暑熱対策商品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77256" cy="5303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77256" cy="5303520"/>
          </a:xfrm>
          <a:prstGeom prst="rect">
            <a:avLst>
              <a:gd name="adj" fmla="val 1379"/>
            </a:avLst>
          </a:prstGeom>
          <a:ln w="9525">
            <a:solidFill>
              <a:srgbClr val="E0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77256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5477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工場扇（45cmファン）</a:t>
            </a:r>
            <a:endParaRPr lang="en-US" sz="1600" dirty="0"/>
          </a:p>
        </p:txBody>
      </p:sp>
      <p:pic>
        <p:nvPicPr>
          <p:cNvPr id="9" name="Image 0" descr="/home/user/-/slides/assets/cooling/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1428" y="1554480"/>
            <a:ext cx="182880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611880"/>
            <a:ext cx="5111496" cy="274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30752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サイズ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86908" y="3730752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H1245mm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86784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86908" y="3986784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10.4kg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4334256"/>
            <a:ext cx="5111496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334256"/>
            <a:ext cx="23001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レンタル 1泊2日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40253" y="4334256"/>
            <a:ext cx="271988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¥3,500（税別）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1520" y="4773168"/>
            <a:ext cx="2300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 1日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940253" y="4773168"/>
            <a:ext cx="2719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¥700（税別）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5111496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45cmの大型ファンで広い空間に送風。スポットクーラーや冷風機との併用で冷却効果UP。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54496" y="1005840"/>
            <a:ext cx="5477256" cy="5303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54496" y="1005840"/>
            <a:ext cx="5477256" cy="5303520"/>
          </a:xfrm>
          <a:prstGeom prst="rect">
            <a:avLst>
              <a:gd name="adj" fmla="val 1379"/>
            </a:avLst>
          </a:prstGeom>
          <a:ln w="9525">
            <a:solidFill>
              <a:srgbClr val="E0E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54496" y="1005840"/>
            <a:ext cx="5477256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1"/>
          <p:cNvSpPr/>
          <p:nvPr/>
        </p:nvSpPr>
        <p:spPr>
          <a:xfrm>
            <a:off x="6254496" y="1005840"/>
            <a:ext cx="5477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スポットクーラー</a:t>
            </a:r>
            <a:endParaRPr lang="en-US" sz="1600" dirty="0"/>
          </a:p>
        </p:txBody>
      </p:sp>
      <p:pic>
        <p:nvPicPr>
          <p:cNvPr id="25" name="Image 1" descr="/home/user/-/slides/assets/cooling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8724" y="1554480"/>
            <a:ext cx="1828800" cy="20116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437376" y="3611880"/>
            <a:ext cx="5111496" cy="274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3"/>
          <p:cNvSpPr/>
          <p:nvPr/>
        </p:nvSpPr>
        <p:spPr>
          <a:xfrm>
            <a:off x="6437376" y="3730752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サイズ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84204" y="3730752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W440×D400×H1050mm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37376" y="3986784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重量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584204" y="3986784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43kg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37376" y="4242816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消費電力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584204" y="4242816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1000W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37376" y="4498848"/>
            <a:ext cx="21468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電源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584204" y="4498848"/>
            <a:ext cx="2964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単相100V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437376" y="4846320"/>
            <a:ext cx="5111496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6" name="Text 32"/>
          <p:cNvSpPr/>
          <p:nvPr/>
        </p:nvSpPr>
        <p:spPr>
          <a:xfrm>
            <a:off x="6528816" y="4846320"/>
            <a:ext cx="23001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レンタル 1泊2日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8737549" y="4846320"/>
            <a:ext cx="271988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¥11,000（税別）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6528816" y="5285232"/>
            <a:ext cx="2300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 1日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737549" y="5285232"/>
            <a:ext cx="2719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¥2,000（税別）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437376" y="5623560"/>
            <a:ext cx="51114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冷媒ガスによるエアコン同等の冷風。人や物をピンポイントで冷却したい場合に最適。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2026-07-27T07:44:12Z</dcterms:created>
  <dcterms:modified xsi:type="dcterms:W3CDTF">2026-07-27T07:44:12Z</dcterms:modified>
</cp:coreProperties>
</file>